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9EBA1-B4F9-02C4-735A-9AC092987A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6A16B8-D00B-FA51-D0C1-B114B02099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DBB1D-A7CF-4D07-13A5-D2B2D80B7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A133A-84DA-6C43-B19B-76066CD8EBEE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4B9C4-A5EC-A0B4-D460-015F1FAAA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9879F-7EB7-D886-3DE9-5AE7936F7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7A95D-5B46-364D-8249-46B516439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608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69955-7D46-D230-3478-C38982E7B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9D260-AA2C-32F7-F5C1-DCA508B76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776EC-138E-FE8D-E049-70C25B17B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A133A-84DA-6C43-B19B-76066CD8EBEE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CFD48-693B-E99C-9021-C27F69891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59671-CCF0-EAA4-8538-F7A73A8AE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7A95D-5B46-364D-8249-46B516439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824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1C6E1-6392-D851-0655-1C77AE191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85003-6B06-01A3-0E15-BD2DCD866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AFBDA-6E4C-FD13-1C94-704F4B9D2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A133A-84DA-6C43-B19B-76066CD8EBEE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3030B-AD1D-B008-C815-966CDF2CE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E59AA-5427-81D4-5690-CC2A9ED2E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7A95D-5B46-364D-8249-46B516439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124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2F59B-5A4C-D127-0DFB-C10E01B75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8ECF7-E427-E99F-8130-6652A9B5B6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733C15-A3F6-92E6-1EEF-798DCE14D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BF6F81-53CE-329F-BD4F-A0BFB346D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A133A-84DA-6C43-B19B-76066CD8EBEE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0A8B6-C056-F09A-83DB-5AEFE7DC5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BEE34-52DB-F6A1-CE03-F57961BE0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7A95D-5B46-364D-8249-46B516439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26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B9794-200F-4E52-9A75-1226223E7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487067-DF0F-1273-AA01-6CBE08651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54C421-CD47-11F3-9D45-AC65F1D5A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91439B-4C4B-F362-2017-260DA56EBE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606326-DB32-9E83-7DB0-5ECF411AA5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A99DB6-092E-C80C-DFC9-2F748E0E4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A133A-84DA-6C43-B19B-76066CD8EBEE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A88410-DD8D-20F7-8ABB-9ADA1AB9F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2B966C-FF9B-A5B5-8BE5-A66145E78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7A95D-5B46-364D-8249-46B516439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025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49BF3-776F-E12C-FC73-D8A01EBC1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9589B7-65BE-D38F-7723-15C7DF9D2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A133A-84DA-6C43-B19B-76066CD8EBEE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D9A98-04E0-2DFB-E3C0-C88DBBBD9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1AD40E-4801-ECC7-BD97-8DE3B9767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7A95D-5B46-364D-8249-46B516439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584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ACFC54-46D9-5B62-1678-FA9A9EA34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A133A-84DA-6C43-B19B-76066CD8EBEE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E1BC33-8E0B-53C6-D30F-7E680A1A7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BC1A4-9C68-76D8-8564-F6A0A70E8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7A95D-5B46-364D-8249-46B516439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701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5EDF9-4CD3-7DB7-500A-8EC11DA05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1099A-E855-6DF1-00D2-1CAC38914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49D276-9D89-24E6-A94D-03770AE15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9E729-2389-58BB-B26D-3C6A99D2C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A133A-84DA-6C43-B19B-76066CD8EBEE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63A63A-36FA-7F77-957A-068823BC9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5FD71-A5C4-9FAD-708B-59C5CF389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7A95D-5B46-364D-8249-46B516439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5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130C5-A005-811D-142B-D22E4BB22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3E3148-A7AF-31AB-42D7-46D2FF0219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1C800C-F63B-F794-D060-C528A98F6A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0CC4F-41AB-E51A-823A-0805E05EB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A133A-84DA-6C43-B19B-76066CD8EBEE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FFCCD-786D-42D0-A025-AA68E07F0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69AA65-4517-6531-C95B-EF440EE54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7A95D-5B46-364D-8249-46B516439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974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F5039-0D9B-0B09-445B-99D24C910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108EA2-A5C5-431F-37E1-6F5379B724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7F352-EC61-0860-19A0-C9307F60B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A133A-84DA-6C43-B19B-76066CD8EBEE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FBD21-8521-F4DF-3D8B-EAACE18B6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51758-5728-6A3E-6794-8A38E471F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7A95D-5B46-364D-8249-46B516439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015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8C4E79-3850-DA7E-608C-9764E2AEF0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D54700-089B-E19D-9F16-EAB9EA9F85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F02C0-5D50-BBF6-9F3A-F5EC890FA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A133A-84DA-6C43-B19B-76066CD8EBEE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90044-65F7-8D35-713A-334E0D5AE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0EA70-697B-6EE9-772E-C7B4C55A6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7A95D-5B46-364D-8249-46B516439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045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E77DFE-0B65-D99F-E73E-98A6129BE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43E92B-02F9-82D9-2453-0E759AB44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E7B7E-E681-1623-8195-0B6C9C536C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7A133A-84DA-6C43-B19B-76066CD8EBEE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21415-57CB-8309-EDAA-A97AF70A79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3E1FA-503D-91EB-9FB5-5B10356B32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27A95D-5B46-364D-8249-46B516439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268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53C378D-88C3-8945-1676-401414FC3F02}"/>
              </a:ext>
            </a:extLst>
          </p:cNvPr>
          <p:cNvGrpSpPr/>
          <p:nvPr/>
        </p:nvGrpSpPr>
        <p:grpSpPr>
          <a:xfrm>
            <a:off x="1307182" y="1998916"/>
            <a:ext cx="8591730" cy="3544709"/>
            <a:chOff x="1307182" y="1998916"/>
            <a:chExt cx="8591730" cy="354470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A5FCA79-0325-49CE-1B6C-E0062B0EEF17}"/>
                </a:ext>
              </a:extLst>
            </p:cNvPr>
            <p:cNvSpPr/>
            <p:nvPr/>
          </p:nvSpPr>
          <p:spPr>
            <a:xfrm>
              <a:off x="1307182" y="3551273"/>
              <a:ext cx="965263" cy="65936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Garamond" panose="02020404030301010803" pitchFamily="18" charset="0"/>
                </a:rPr>
                <a:t>Duties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54C15D0-A563-CF7B-1866-113A1650725D}"/>
                </a:ext>
              </a:extLst>
            </p:cNvPr>
            <p:cNvSpPr/>
            <p:nvPr/>
          </p:nvSpPr>
          <p:spPr>
            <a:xfrm>
              <a:off x="2910615" y="3551272"/>
              <a:ext cx="965263" cy="65936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Garamond" panose="02020404030301010803" pitchFamily="18" charset="0"/>
                </a:rPr>
                <a:t>Pairings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8E10058-B9A6-EFDF-CB4E-DA36D86A9511}"/>
                </a:ext>
              </a:extLst>
            </p:cNvPr>
            <p:cNvSpPr/>
            <p:nvPr/>
          </p:nvSpPr>
          <p:spPr>
            <a:xfrm>
              <a:off x="4514048" y="3551271"/>
              <a:ext cx="2162576" cy="65936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Garamond" panose="02020404030301010803" pitchFamily="18" charset="0"/>
                </a:rPr>
                <a:t>Preferential Bidding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198F4E3-81BB-5491-CE62-78F414FF8DA6}"/>
                </a:ext>
              </a:extLst>
            </p:cNvPr>
            <p:cNvCxnSpPr>
              <a:stCxn id="5" idx="3"/>
              <a:endCxn id="6" idx="1"/>
            </p:cNvCxnSpPr>
            <p:nvPr/>
          </p:nvCxnSpPr>
          <p:spPr>
            <a:xfrm flipV="1">
              <a:off x="2272445" y="3880954"/>
              <a:ext cx="638170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FB6C7013-C4A6-5363-DEC2-E2445B8AE15F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 flipV="1">
              <a:off x="3875878" y="3880953"/>
              <a:ext cx="638170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39728AF-0DFE-C7EC-3BC0-C50168CAEA8A}"/>
                </a:ext>
              </a:extLst>
            </p:cNvPr>
            <p:cNvSpPr/>
            <p:nvPr/>
          </p:nvSpPr>
          <p:spPr>
            <a:xfrm>
              <a:off x="7516598" y="1998916"/>
              <a:ext cx="2382314" cy="65936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Garamond" panose="02020404030301010803" pitchFamily="18" charset="0"/>
                </a:rPr>
                <a:t>Line 1 for Crew 1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B380849-783D-8552-9FE5-EC2FBBDE43C5}"/>
                </a:ext>
              </a:extLst>
            </p:cNvPr>
            <p:cNvSpPr/>
            <p:nvPr/>
          </p:nvSpPr>
          <p:spPr>
            <a:xfrm>
              <a:off x="7516598" y="2960698"/>
              <a:ext cx="2382314" cy="65936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Garamond" panose="02020404030301010803" pitchFamily="18" charset="0"/>
                </a:rPr>
                <a:t>Line 2 for Crew 2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B814C27-EF9C-5003-DFDF-68112664383A}"/>
                </a:ext>
              </a:extLst>
            </p:cNvPr>
            <p:cNvSpPr/>
            <p:nvPr/>
          </p:nvSpPr>
          <p:spPr>
            <a:xfrm>
              <a:off x="7516597" y="3922480"/>
              <a:ext cx="2382314" cy="6593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Garamond" panose="02020404030301010803" pitchFamily="18" charset="0"/>
                </a:rPr>
                <a:t>…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7F7C3D9-452A-A525-4FAC-056301D83A0F}"/>
                </a:ext>
              </a:extLst>
            </p:cNvPr>
            <p:cNvSpPr/>
            <p:nvPr/>
          </p:nvSpPr>
          <p:spPr>
            <a:xfrm>
              <a:off x="7516597" y="4884262"/>
              <a:ext cx="2382314" cy="65936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Garamond" panose="02020404030301010803" pitchFamily="18" charset="0"/>
                </a:rPr>
                <a:t>Line N for Crew N</a:t>
              </a:r>
            </a:p>
          </p:txBody>
        </p:sp>
        <p:cxnSp>
          <p:nvCxnSpPr>
            <p:cNvPr id="36" name="Elbow Connector 35">
              <a:extLst>
                <a:ext uri="{FF2B5EF4-FFF2-40B4-BE49-F238E27FC236}">
                  <a16:creationId xmlns:a16="http://schemas.microsoft.com/office/drawing/2014/main" id="{4A430CB5-975B-E75A-5068-17C821A6BBA7}"/>
                </a:ext>
              </a:extLst>
            </p:cNvPr>
            <p:cNvCxnSpPr>
              <a:stCxn id="7" idx="3"/>
              <a:endCxn id="27" idx="1"/>
            </p:cNvCxnSpPr>
            <p:nvPr/>
          </p:nvCxnSpPr>
          <p:spPr>
            <a:xfrm flipV="1">
              <a:off x="6676624" y="2328598"/>
              <a:ext cx="839974" cy="1552355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Elbow Connector 37">
              <a:extLst>
                <a:ext uri="{FF2B5EF4-FFF2-40B4-BE49-F238E27FC236}">
                  <a16:creationId xmlns:a16="http://schemas.microsoft.com/office/drawing/2014/main" id="{1A7F67B0-ABB8-5FE9-2446-FB08A49669D1}"/>
                </a:ext>
              </a:extLst>
            </p:cNvPr>
            <p:cNvCxnSpPr>
              <a:stCxn id="7" idx="3"/>
              <a:endCxn id="32" idx="1"/>
            </p:cNvCxnSpPr>
            <p:nvPr/>
          </p:nvCxnSpPr>
          <p:spPr>
            <a:xfrm flipV="1">
              <a:off x="6676624" y="3290380"/>
              <a:ext cx="839974" cy="590573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Elbow Connector 39">
              <a:extLst>
                <a:ext uri="{FF2B5EF4-FFF2-40B4-BE49-F238E27FC236}">
                  <a16:creationId xmlns:a16="http://schemas.microsoft.com/office/drawing/2014/main" id="{E72EE575-1327-CBF5-9F3B-AFDC79A92E4E}"/>
                </a:ext>
              </a:extLst>
            </p:cNvPr>
            <p:cNvCxnSpPr>
              <a:stCxn id="7" idx="3"/>
              <a:endCxn id="34" idx="1"/>
            </p:cNvCxnSpPr>
            <p:nvPr/>
          </p:nvCxnSpPr>
          <p:spPr>
            <a:xfrm>
              <a:off x="6676624" y="3880953"/>
              <a:ext cx="839973" cy="1332991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9740E830-4E0C-1EA6-5B4B-28BF5E8D70EF}"/>
                </a:ext>
              </a:extLst>
            </p:cNvPr>
            <p:cNvCxnSpPr>
              <a:cxnSpLocks/>
              <a:stCxn id="44" idx="2"/>
              <a:endCxn id="7" idx="0"/>
            </p:cNvCxnSpPr>
            <p:nvPr/>
          </p:nvCxnSpPr>
          <p:spPr>
            <a:xfrm>
              <a:off x="5595336" y="3051675"/>
              <a:ext cx="0" cy="4995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5C730C3-228D-3590-34A9-DC5EE377AF91}"/>
                </a:ext>
              </a:extLst>
            </p:cNvPr>
            <p:cNvSpPr/>
            <p:nvPr/>
          </p:nvSpPr>
          <p:spPr>
            <a:xfrm>
              <a:off x="4514048" y="2392312"/>
              <a:ext cx="2162576" cy="65936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Garamond" panose="02020404030301010803" pitchFamily="18" charset="0"/>
                </a:rPr>
                <a:t>Crew Preferences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69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9F09D-932B-C1F6-C582-51CE7FE25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463A139-1462-187E-28B7-F93058B9D76E}"/>
              </a:ext>
            </a:extLst>
          </p:cNvPr>
          <p:cNvGrpSpPr/>
          <p:nvPr/>
        </p:nvGrpSpPr>
        <p:grpSpPr>
          <a:xfrm>
            <a:off x="1307182" y="1998916"/>
            <a:ext cx="8562334" cy="3544709"/>
            <a:chOff x="1307182" y="1998916"/>
            <a:chExt cx="8562334" cy="354470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BA38343-1578-9BB8-A8D5-F041966AEFC7}"/>
                </a:ext>
              </a:extLst>
            </p:cNvPr>
            <p:cNvSpPr/>
            <p:nvPr/>
          </p:nvSpPr>
          <p:spPr>
            <a:xfrm>
              <a:off x="1307182" y="3551273"/>
              <a:ext cx="965263" cy="65936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Garamond" panose="02020404030301010803" pitchFamily="18" charset="0"/>
                </a:rPr>
                <a:t>Duties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35676BA-4F6F-20F4-D807-ACE3757149A6}"/>
                </a:ext>
              </a:extLst>
            </p:cNvPr>
            <p:cNvSpPr/>
            <p:nvPr/>
          </p:nvSpPr>
          <p:spPr>
            <a:xfrm>
              <a:off x="2910615" y="3551272"/>
              <a:ext cx="965263" cy="65936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Garamond" panose="02020404030301010803" pitchFamily="18" charset="0"/>
                </a:rPr>
                <a:t>Pairings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1ADE9D5-AF92-4310-F55F-0874C0A133A6}"/>
                </a:ext>
              </a:extLst>
            </p:cNvPr>
            <p:cNvCxnSpPr>
              <a:stCxn id="5" idx="3"/>
              <a:endCxn id="6" idx="1"/>
            </p:cNvCxnSpPr>
            <p:nvPr/>
          </p:nvCxnSpPr>
          <p:spPr>
            <a:xfrm flipV="1">
              <a:off x="2272445" y="3880954"/>
              <a:ext cx="638170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22E8D04-7E3A-8D15-40C8-D4547AF15ADC}"/>
                </a:ext>
              </a:extLst>
            </p:cNvPr>
            <p:cNvSpPr/>
            <p:nvPr/>
          </p:nvSpPr>
          <p:spPr>
            <a:xfrm>
              <a:off x="5285218" y="1998916"/>
              <a:ext cx="1711006" cy="65936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Garamond" panose="02020404030301010803" pitchFamily="18" charset="0"/>
                </a:rPr>
                <a:t>Pre-Built Line 1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ADF252A-20BD-E6EB-1A8E-FE35174B4BA2}"/>
                </a:ext>
              </a:extLst>
            </p:cNvPr>
            <p:cNvSpPr/>
            <p:nvPr/>
          </p:nvSpPr>
          <p:spPr>
            <a:xfrm>
              <a:off x="5285220" y="2960698"/>
              <a:ext cx="1711004" cy="65936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Garamond" panose="02020404030301010803" pitchFamily="18" charset="0"/>
                </a:rPr>
                <a:t>Pre-Built Line 2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7AD80F9-3678-3F8F-2FAF-AC646D002DD8}"/>
                </a:ext>
              </a:extLst>
            </p:cNvPr>
            <p:cNvSpPr/>
            <p:nvPr/>
          </p:nvSpPr>
          <p:spPr>
            <a:xfrm>
              <a:off x="4514048" y="3922480"/>
              <a:ext cx="2382314" cy="6593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Garamond" panose="02020404030301010803" pitchFamily="18" charset="0"/>
                </a:rPr>
                <a:t>…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8D22C28-C00F-016E-08F6-2453DC4733AF}"/>
                </a:ext>
              </a:extLst>
            </p:cNvPr>
            <p:cNvSpPr/>
            <p:nvPr/>
          </p:nvSpPr>
          <p:spPr>
            <a:xfrm>
              <a:off x="5285217" y="4884262"/>
              <a:ext cx="1711006" cy="65936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Garamond" panose="02020404030301010803" pitchFamily="18" charset="0"/>
                </a:rPr>
                <a:t>Pre-Built Line N</a:t>
              </a:r>
            </a:p>
          </p:txBody>
        </p:sp>
        <p:cxnSp>
          <p:nvCxnSpPr>
            <p:cNvPr id="36" name="Elbow Connector 35">
              <a:extLst>
                <a:ext uri="{FF2B5EF4-FFF2-40B4-BE49-F238E27FC236}">
                  <a16:creationId xmlns:a16="http://schemas.microsoft.com/office/drawing/2014/main" id="{9781F40F-5B84-A68D-711D-901A7C2F5009}"/>
                </a:ext>
              </a:extLst>
            </p:cNvPr>
            <p:cNvCxnSpPr>
              <a:cxnSpLocks/>
              <a:stCxn id="6" idx="3"/>
              <a:endCxn id="27" idx="1"/>
            </p:cNvCxnSpPr>
            <p:nvPr/>
          </p:nvCxnSpPr>
          <p:spPr>
            <a:xfrm flipV="1">
              <a:off x="3875878" y="2328598"/>
              <a:ext cx="1409340" cy="1552356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Elbow Connector 37">
              <a:extLst>
                <a:ext uri="{FF2B5EF4-FFF2-40B4-BE49-F238E27FC236}">
                  <a16:creationId xmlns:a16="http://schemas.microsoft.com/office/drawing/2014/main" id="{55BC2556-6B3C-42BE-4BEE-F3453B374F59}"/>
                </a:ext>
              </a:extLst>
            </p:cNvPr>
            <p:cNvCxnSpPr>
              <a:cxnSpLocks/>
              <a:stCxn id="6" idx="3"/>
              <a:endCxn id="32" idx="1"/>
            </p:cNvCxnSpPr>
            <p:nvPr/>
          </p:nvCxnSpPr>
          <p:spPr>
            <a:xfrm flipV="1">
              <a:off x="3875878" y="3290380"/>
              <a:ext cx="1409342" cy="590574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Elbow Connector 39">
              <a:extLst>
                <a:ext uri="{FF2B5EF4-FFF2-40B4-BE49-F238E27FC236}">
                  <a16:creationId xmlns:a16="http://schemas.microsoft.com/office/drawing/2014/main" id="{F26DFFF6-D5F8-43B3-F75A-47EC1E0BFF1D}"/>
                </a:ext>
              </a:extLst>
            </p:cNvPr>
            <p:cNvCxnSpPr>
              <a:cxnSpLocks/>
              <a:stCxn id="6" idx="3"/>
              <a:endCxn id="34" idx="1"/>
            </p:cNvCxnSpPr>
            <p:nvPr/>
          </p:nvCxnSpPr>
          <p:spPr>
            <a:xfrm>
              <a:off x="3875878" y="3880954"/>
              <a:ext cx="1409339" cy="1332990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52DEAEA-153F-5465-3917-83DA47B82FF0}"/>
                </a:ext>
              </a:extLst>
            </p:cNvPr>
            <p:cNvSpPr/>
            <p:nvPr/>
          </p:nvSpPr>
          <p:spPr>
            <a:xfrm>
              <a:off x="8212718" y="1998916"/>
              <a:ext cx="931285" cy="65936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Garamond" panose="02020404030301010803" pitchFamily="18" charset="0"/>
                </a:rPr>
                <a:t>Crew 1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3A8B62F-BF96-A6C2-31DB-81AEEE016981}"/>
                </a:ext>
              </a:extLst>
            </p:cNvPr>
            <p:cNvSpPr/>
            <p:nvPr/>
          </p:nvSpPr>
          <p:spPr>
            <a:xfrm>
              <a:off x="8212720" y="2960698"/>
              <a:ext cx="931284" cy="65936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Garamond" panose="02020404030301010803" pitchFamily="18" charset="0"/>
                </a:rPr>
                <a:t>Crew 2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667FF6B-EB2E-09D7-A8D3-B45E015F1CC7}"/>
                </a:ext>
              </a:extLst>
            </p:cNvPr>
            <p:cNvSpPr/>
            <p:nvPr/>
          </p:nvSpPr>
          <p:spPr>
            <a:xfrm>
              <a:off x="7487202" y="3922480"/>
              <a:ext cx="2382314" cy="6593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Garamond" panose="02020404030301010803" pitchFamily="18" charset="0"/>
                </a:rPr>
                <a:t>…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4629F4A-6778-E015-8F1C-33CF99075685}"/>
                </a:ext>
              </a:extLst>
            </p:cNvPr>
            <p:cNvSpPr/>
            <p:nvPr/>
          </p:nvSpPr>
          <p:spPr>
            <a:xfrm>
              <a:off x="8212717" y="4884262"/>
              <a:ext cx="931285" cy="65936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Garamond" panose="02020404030301010803" pitchFamily="18" charset="0"/>
                </a:rPr>
                <a:t>Crew N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12D9520-1D9B-976C-B284-62E071F59CA5}"/>
                </a:ext>
              </a:extLst>
            </p:cNvPr>
            <p:cNvCxnSpPr>
              <a:cxnSpLocks/>
              <a:stCxn id="27" idx="3"/>
              <a:endCxn id="25" idx="1"/>
            </p:cNvCxnSpPr>
            <p:nvPr/>
          </p:nvCxnSpPr>
          <p:spPr>
            <a:xfrm>
              <a:off x="6996224" y="2328598"/>
              <a:ext cx="1216496" cy="96178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42C0658C-90F7-01EC-D93D-1CD1F9D76B42}"/>
                </a:ext>
              </a:extLst>
            </p:cNvPr>
            <p:cNvCxnSpPr>
              <a:cxnSpLocks/>
              <a:stCxn id="32" idx="3"/>
              <a:endCxn id="28" idx="1"/>
            </p:cNvCxnSpPr>
            <p:nvPr/>
          </p:nvCxnSpPr>
          <p:spPr>
            <a:xfrm>
              <a:off x="6996224" y="3290380"/>
              <a:ext cx="1216493" cy="192356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FCA67476-C7A0-0F72-B4CA-0DF9F80FE2F9}"/>
                </a:ext>
              </a:extLst>
            </p:cNvPr>
            <p:cNvCxnSpPr>
              <a:cxnSpLocks/>
              <a:stCxn id="34" idx="3"/>
              <a:endCxn id="24" idx="1"/>
            </p:cNvCxnSpPr>
            <p:nvPr/>
          </p:nvCxnSpPr>
          <p:spPr>
            <a:xfrm flipV="1">
              <a:off x="6996223" y="2328598"/>
              <a:ext cx="1216495" cy="28853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4996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41</Words>
  <Application>Microsoft Macintosh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Garamond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Nachat Jatusripitak</dc:creator>
  <cp:lastModifiedBy>Nachat Jatusripitak</cp:lastModifiedBy>
  <cp:revision>2</cp:revision>
  <cp:lastPrinted>2025-12-11T20:04:38Z</cp:lastPrinted>
  <dcterms:created xsi:type="dcterms:W3CDTF">2025-12-11T19:56:00Z</dcterms:created>
  <dcterms:modified xsi:type="dcterms:W3CDTF">2025-12-11T20:05:14Z</dcterms:modified>
</cp:coreProperties>
</file>